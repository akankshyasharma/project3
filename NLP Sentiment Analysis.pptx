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ankshya Sharma" userId="7d53a7a7ad17a208" providerId="LiveId" clId="{D8E575E5-FCB1-4DD4-9DDD-98C96FD3C6C8}"/>
    <pc:docChg chg="undo redo custSel addSld delSld modSld">
      <pc:chgData name="Akankshya Sharma" userId="7d53a7a7ad17a208" providerId="LiveId" clId="{D8E575E5-FCB1-4DD4-9DDD-98C96FD3C6C8}" dt="2026-04-08T09:41:51.847" v="856" actId="1076"/>
      <pc:docMkLst>
        <pc:docMk/>
      </pc:docMkLst>
      <pc:sldChg chg="modSp mod">
        <pc:chgData name="Akankshya Sharma" userId="7d53a7a7ad17a208" providerId="LiveId" clId="{D8E575E5-FCB1-4DD4-9DDD-98C96FD3C6C8}" dt="2026-04-04T06:28:46.688" v="403" actId="20577"/>
        <pc:sldMkLst>
          <pc:docMk/>
          <pc:sldMk cId="3472717191" sldId="256"/>
        </pc:sldMkLst>
        <pc:spChg chg="mod">
          <ac:chgData name="Akankshya Sharma" userId="7d53a7a7ad17a208" providerId="LiveId" clId="{D8E575E5-FCB1-4DD4-9DDD-98C96FD3C6C8}" dt="2026-04-03T12:08:46.258" v="12"/>
          <ac:spMkLst>
            <pc:docMk/>
            <pc:sldMk cId="3472717191" sldId="256"/>
            <ac:spMk id="2" creationId="{58548E44-43B2-1A72-384A-AB22AEB449E0}"/>
          </ac:spMkLst>
        </pc:spChg>
        <pc:spChg chg="mod">
          <ac:chgData name="Akankshya Sharma" userId="7d53a7a7ad17a208" providerId="LiveId" clId="{D8E575E5-FCB1-4DD4-9DDD-98C96FD3C6C8}" dt="2026-04-04T06:28:46.688" v="403" actId="20577"/>
          <ac:spMkLst>
            <pc:docMk/>
            <pc:sldMk cId="3472717191" sldId="256"/>
            <ac:spMk id="3" creationId="{61A00C04-26E2-78F1-6474-ED08BE5A641D}"/>
          </ac:spMkLst>
        </pc:spChg>
      </pc:sldChg>
      <pc:sldChg chg="modSp mod">
        <pc:chgData name="Akankshya Sharma" userId="7d53a7a7ad17a208" providerId="LiveId" clId="{D8E575E5-FCB1-4DD4-9DDD-98C96FD3C6C8}" dt="2026-04-03T12:15:26.184" v="48" actId="1076"/>
        <pc:sldMkLst>
          <pc:docMk/>
          <pc:sldMk cId="2839253744" sldId="257"/>
        </pc:sldMkLst>
        <pc:spChg chg="mod">
          <ac:chgData name="Akankshya Sharma" userId="7d53a7a7ad17a208" providerId="LiveId" clId="{D8E575E5-FCB1-4DD4-9DDD-98C96FD3C6C8}" dt="2026-04-03T12:08:38.616" v="11"/>
          <ac:spMkLst>
            <pc:docMk/>
            <pc:sldMk cId="2839253744" sldId="257"/>
            <ac:spMk id="2" creationId="{6415CAC4-A2C3-088D-533F-6B2F68F2858B}"/>
          </ac:spMkLst>
        </pc:spChg>
        <pc:spChg chg="mod">
          <ac:chgData name="Akankshya Sharma" userId="7d53a7a7ad17a208" providerId="LiveId" clId="{D8E575E5-FCB1-4DD4-9DDD-98C96FD3C6C8}" dt="2026-04-03T12:15:26.184" v="48" actId="1076"/>
          <ac:spMkLst>
            <pc:docMk/>
            <pc:sldMk cId="2839253744" sldId="257"/>
            <ac:spMk id="3" creationId="{67B2FC82-0F1A-BBD0-25B0-A32C27E11694}"/>
          </ac:spMkLst>
        </pc:spChg>
      </pc:sldChg>
      <pc:sldChg chg="addSp delSp modSp new mod">
        <pc:chgData name="Akankshya Sharma" userId="7d53a7a7ad17a208" providerId="LiveId" clId="{D8E575E5-FCB1-4DD4-9DDD-98C96FD3C6C8}" dt="2026-04-08T06:41:49.645" v="486" actId="1076"/>
        <pc:sldMkLst>
          <pc:docMk/>
          <pc:sldMk cId="1485056626" sldId="258"/>
        </pc:sldMkLst>
        <pc:spChg chg="mod">
          <ac:chgData name="Akankshya Sharma" userId="7d53a7a7ad17a208" providerId="LiveId" clId="{D8E575E5-FCB1-4DD4-9DDD-98C96FD3C6C8}" dt="2026-04-08T06:41:49.645" v="486" actId="1076"/>
          <ac:spMkLst>
            <pc:docMk/>
            <pc:sldMk cId="1485056626" sldId="258"/>
            <ac:spMk id="2" creationId="{177186AA-1783-74BE-31A4-7A43668C6342}"/>
          </ac:spMkLst>
        </pc:spChg>
        <pc:spChg chg="add mod">
          <ac:chgData name="Akankshya Sharma" userId="7d53a7a7ad17a208" providerId="LiveId" clId="{D8E575E5-FCB1-4DD4-9DDD-98C96FD3C6C8}" dt="2026-04-08T06:41:36.957" v="485" actId="1076"/>
          <ac:spMkLst>
            <pc:docMk/>
            <pc:sldMk cId="1485056626" sldId="258"/>
            <ac:spMk id="4" creationId="{52B761CF-CAB5-180C-833D-CD1B6DAE83E6}"/>
          </ac:spMkLst>
        </pc:spChg>
      </pc:sldChg>
      <pc:sldChg chg="modSp new mod">
        <pc:chgData name="Akankshya Sharma" userId="7d53a7a7ad17a208" providerId="LiveId" clId="{D8E575E5-FCB1-4DD4-9DDD-98C96FD3C6C8}" dt="2026-04-08T06:41:58.598" v="487" actId="1076"/>
        <pc:sldMkLst>
          <pc:docMk/>
          <pc:sldMk cId="3248551964" sldId="259"/>
        </pc:sldMkLst>
        <pc:spChg chg="mod">
          <ac:chgData name="Akankshya Sharma" userId="7d53a7a7ad17a208" providerId="LiveId" clId="{D8E575E5-FCB1-4DD4-9DDD-98C96FD3C6C8}" dt="2026-04-08T06:41:58.598" v="487" actId="1076"/>
          <ac:spMkLst>
            <pc:docMk/>
            <pc:sldMk cId="3248551964" sldId="259"/>
            <ac:spMk id="2" creationId="{D8EAF3F5-B83A-7A30-1329-C8B186B47C8A}"/>
          </ac:spMkLst>
        </pc:spChg>
        <pc:spChg chg="mod">
          <ac:chgData name="Akankshya Sharma" userId="7d53a7a7ad17a208" providerId="LiveId" clId="{D8E575E5-FCB1-4DD4-9DDD-98C96FD3C6C8}" dt="2026-04-08T06:41:09.723" v="482" actId="1076"/>
          <ac:spMkLst>
            <pc:docMk/>
            <pc:sldMk cId="3248551964" sldId="259"/>
            <ac:spMk id="3" creationId="{B3D65171-5D04-0E57-A79F-952734EDE958}"/>
          </ac:spMkLst>
        </pc:spChg>
      </pc:sldChg>
      <pc:sldChg chg="modSp new mod">
        <pc:chgData name="Akankshya Sharma" userId="7d53a7a7ad17a208" providerId="LiveId" clId="{D8E575E5-FCB1-4DD4-9DDD-98C96FD3C6C8}" dt="2026-04-08T07:43:06.228" v="591" actId="1076"/>
        <pc:sldMkLst>
          <pc:docMk/>
          <pc:sldMk cId="3159763145" sldId="260"/>
        </pc:sldMkLst>
        <pc:spChg chg="mod">
          <ac:chgData name="Akankshya Sharma" userId="7d53a7a7ad17a208" providerId="LiveId" clId="{D8E575E5-FCB1-4DD4-9DDD-98C96FD3C6C8}" dt="2026-04-08T07:42:58.754" v="590" actId="1076"/>
          <ac:spMkLst>
            <pc:docMk/>
            <pc:sldMk cId="3159763145" sldId="260"/>
            <ac:spMk id="2" creationId="{ABE5ED6C-F703-4CC8-2AF7-12921D041A68}"/>
          </ac:spMkLst>
        </pc:spChg>
        <pc:spChg chg="mod">
          <ac:chgData name="Akankshya Sharma" userId="7d53a7a7ad17a208" providerId="LiveId" clId="{D8E575E5-FCB1-4DD4-9DDD-98C96FD3C6C8}" dt="2026-04-08T07:43:06.228" v="591" actId="1076"/>
          <ac:spMkLst>
            <pc:docMk/>
            <pc:sldMk cId="3159763145" sldId="260"/>
            <ac:spMk id="3" creationId="{4A4B9829-9D45-B8DF-7CA6-E6F3936A5BC2}"/>
          </ac:spMkLst>
        </pc:spChg>
      </pc:sldChg>
      <pc:sldChg chg="addSp delSp modSp new mod">
        <pc:chgData name="Akankshya Sharma" userId="7d53a7a7ad17a208" providerId="LiveId" clId="{D8E575E5-FCB1-4DD4-9DDD-98C96FD3C6C8}" dt="2026-04-08T07:35:09.185" v="549" actId="1076"/>
        <pc:sldMkLst>
          <pc:docMk/>
          <pc:sldMk cId="1515864409" sldId="261"/>
        </pc:sldMkLst>
        <pc:spChg chg="mod">
          <ac:chgData name="Akankshya Sharma" userId="7d53a7a7ad17a208" providerId="LiveId" clId="{D8E575E5-FCB1-4DD4-9DDD-98C96FD3C6C8}" dt="2026-04-08T07:35:09.185" v="549" actId="1076"/>
          <ac:spMkLst>
            <pc:docMk/>
            <pc:sldMk cId="1515864409" sldId="261"/>
            <ac:spMk id="2" creationId="{13D1EFE8-BB13-766D-1AA8-07076EDD4C37}"/>
          </ac:spMkLst>
        </pc:spChg>
        <pc:spChg chg="del mod">
          <ac:chgData name="Akankshya Sharma" userId="7d53a7a7ad17a208" providerId="LiveId" clId="{D8E575E5-FCB1-4DD4-9DDD-98C96FD3C6C8}" dt="2026-04-08T06:54:59.517" v="497" actId="931"/>
          <ac:spMkLst>
            <pc:docMk/>
            <pc:sldMk cId="1515864409" sldId="261"/>
            <ac:spMk id="3" creationId="{FDE0631F-CD00-DC76-2022-0D2DBCA6EC04}"/>
          </ac:spMkLst>
        </pc:spChg>
        <pc:picChg chg="add mod">
          <ac:chgData name="Akankshya Sharma" userId="7d53a7a7ad17a208" providerId="LiveId" clId="{D8E575E5-FCB1-4DD4-9DDD-98C96FD3C6C8}" dt="2026-04-08T07:34:43.100" v="547" actId="14100"/>
          <ac:picMkLst>
            <pc:docMk/>
            <pc:sldMk cId="1515864409" sldId="261"/>
            <ac:picMk id="5" creationId="{F0714B03-B424-3E7D-4046-8C14F9844034}"/>
          </ac:picMkLst>
        </pc:picChg>
      </pc:sldChg>
      <pc:sldChg chg="addSp delSp modSp new mod">
        <pc:chgData name="Akankshya Sharma" userId="7d53a7a7ad17a208" providerId="LiveId" clId="{D8E575E5-FCB1-4DD4-9DDD-98C96FD3C6C8}" dt="2026-04-08T07:43:30.501" v="592" actId="1076"/>
        <pc:sldMkLst>
          <pc:docMk/>
          <pc:sldMk cId="3003646936" sldId="262"/>
        </pc:sldMkLst>
        <pc:spChg chg="mod">
          <ac:chgData name="Akankshya Sharma" userId="7d53a7a7ad17a208" providerId="LiveId" clId="{D8E575E5-FCB1-4DD4-9DDD-98C96FD3C6C8}" dt="2026-04-08T07:40:28.161" v="586" actId="1076"/>
          <ac:spMkLst>
            <pc:docMk/>
            <pc:sldMk cId="3003646936" sldId="262"/>
            <ac:spMk id="2" creationId="{4B9CBEAE-75C3-A1A5-B526-341669A76CB0}"/>
          </ac:spMkLst>
        </pc:spChg>
        <pc:spChg chg="add del mod">
          <ac:chgData name="Akankshya Sharma" userId="7d53a7a7ad17a208" providerId="LiveId" clId="{D8E575E5-FCB1-4DD4-9DDD-98C96FD3C6C8}" dt="2026-04-08T07:43:30.501" v="592" actId="1076"/>
          <ac:spMkLst>
            <pc:docMk/>
            <pc:sldMk cId="3003646936" sldId="262"/>
            <ac:spMk id="3" creationId="{E15240D5-3E11-BD38-31FC-611EFCE72DC8}"/>
          </ac:spMkLst>
        </pc:spChg>
        <pc:spChg chg="add mod">
          <ac:chgData name="Akankshya Sharma" userId="7d53a7a7ad17a208" providerId="LiveId" clId="{D8E575E5-FCB1-4DD4-9DDD-98C96FD3C6C8}" dt="2026-04-08T07:33:34.764" v="538"/>
          <ac:spMkLst>
            <pc:docMk/>
            <pc:sldMk cId="3003646936" sldId="262"/>
            <ac:spMk id="4" creationId="{E5957DDA-65CD-0BF7-0DAC-307BFB24155F}"/>
          </ac:spMkLst>
        </pc:spChg>
      </pc:sldChg>
      <pc:sldChg chg="modSp new mod">
        <pc:chgData name="Akankshya Sharma" userId="7d53a7a7ad17a208" providerId="LiveId" clId="{D8E575E5-FCB1-4DD4-9DDD-98C96FD3C6C8}" dt="2026-04-08T08:31:34.178" v="685" actId="120"/>
        <pc:sldMkLst>
          <pc:docMk/>
          <pc:sldMk cId="1705132158" sldId="263"/>
        </pc:sldMkLst>
        <pc:spChg chg="mod">
          <ac:chgData name="Akankshya Sharma" userId="7d53a7a7ad17a208" providerId="LiveId" clId="{D8E575E5-FCB1-4DD4-9DDD-98C96FD3C6C8}" dt="2026-04-08T07:45:52.209" v="604" actId="255"/>
          <ac:spMkLst>
            <pc:docMk/>
            <pc:sldMk cId="1705132158" sldId="263"/>
            <ac:spMk id="2" creationId="{276022CD-37BD-988A-3D3E-C82AFF63BDD0}"/>
          </ac:spMkLst>
        </pc:spChg>
        <pc:spChg chg="mod">
          <ac:chgData name="Akankshya Sharma" userId="7d53a7a7ad17a208" providerId="LiveId" clId="{D8E575E5-FCB1-4DD4-9DDD-98C96FD3C6C8}" dt="2026-04-08T08:31:34.178" v="685" actId="120"/>
          <ac:spMkLst>
            <pc:docMk/>
            <pc:sldMk cId="1705132158" sldId="263"/>
            <ac:spMk id="3" creationId="{37BFB72F-33C2-840B-F724-C1D55D0916C8}"/>
          </ac:spMkLst>
        </pc:spChg>
      </pc:sldChg>
      <pc:sldChg chg="addSp delSp modSp new mod">
        <pc:chgData name="Akankshya Sharma" userId="7d53a7a7ad17a208" providerId="LiveId" clId="{D8E575E5-FCB1-4DD4-9DDD-98C96FD3C6C8}" dt="2026-04-08T08:35:36.936" v="705" actId="1076"/>
        <pc:sldMkLst>
          <pc:docMk/>
          <pc:sldMk cId="3738695838" sldId="264"/>
        </pc:sldMkLst>
        <pc:spChg chg="mod">
          <ac:chgData name="Akankshya Sharma" userId="7d53a7a7ad17a208" providerId="LiveId" clId="{D8E575E5-FCB1-4DD4-9DDD-98C96FD3C6C8}" dt="2026-04-08T08:33:04.370" v="693" actId="255"/>
          <ac:spMkLst>
            <pc:docMk/>
            <pc:sldMk cId="3738695838" sldId="264"/>
            <ac:spMk id="2" creationId="{9CCAFE2A-D0FD-0BA5-3340-0BB90E70B4DC}"/>
          </ac:spMkLst>
        </pc:spChg>
        <pc:spChg chg="del mod">
          <ac:chgData name="Akankshya Sharma" userId="7d53a7a7ad17a208" providerId="LiveId" clId="{D8E575E5-FCB1-4DD4-9DDD-98C96FD3C6C8}" dt="2026-04-08T08:34:31.333" v="697" actId="931"/>
          <ac:spMkLst>
            <pc:docMk/>
            <pc:sldMk cId="3738695838" sldId="264"/>
            <ac:spMk id="3" creationId="{58E6DEA6-A85D-6FBB-37F8-7F5F6ECE9FFD}"/>
          </ac:spMkLst>
        </pc:spChg>
        <pc:picChg chg="add mod">
          <ac:chgData name="Akankshya Sharma" userId="7d53a7a7ad17a208" providerId="LiveId" clId="{D8E575E5-FCB1-4DD4-9DDD-98C96FD3C6C8}" dt="2026-04-08T08:35:36.936" v="705" actId="1076"/>
          <ac:picMkLst>
            <pc:docMk/>
            <pc:sldMk cId="3738695838" sldId="264"/>
            <ac:picMk id="5" creationId="{63273A20-468C-4484-BF4E-60C0641157B3}"/>
          </ac:picMkLst>
        </pc:picChg>
      </pc:sldChg>
      <pc:sldChg chg="addSp delSp modSp new mod">
        <pc:chgData name="Akankshya Sharma" userId="7d53a7a7ad17a208" providerId="LiveId" clId="{D8E575E5-FCB1-4DD4-9DDD-98C96FD3C6C8}" dt="2026-04-08T08:56:13.655" v="726" actId="1076"/>
        <pc:sldMkLst>
          <pc:docMk/>
          <pc:sldMk cId="2987342766" sldId="265"/>
        </pc:sldMkLst>
        <pc:spChg chg="mod">
          <ac:chgData name="Akankshya Sharma" userId="7d53a7a7ad17a208" providerId="LiveId" clId="{D8E575E5-FCB1-4DD4-9DDD-98C96FD3C6C8}" dt="2026-04-08T08:40:56.102" v="713" actId="1076"/>
          <ac:spMkLst>
            <pc:docMk/>
            <pc:sldMk cId="2987342766" sldId="265"/>
            <ac:spMk id="2" creationId="{E194D8BB-0096-91DA-3191-CA13626157D1}"/>
          </ac:spMkLst>
        </pc:spChg>
        <pc:spChg chg="add del">
          <ac:chgData name="Akankshya Sharma" userId="7d53a7a7ad17a208" providerId="LiveId" clId="{D8E575E5-FCB1-4DD4-9DDD-98C96FD3C6C8}" dt="2026-04-08T08:55:01.267" v="720" actId="931"/>
          <ac:spMkLst>
            <pc:docMk/>
            <pc:sldMk cId="2987342766" sldId="265"/>
            <ac:spMk id="3" creationId="{FD963BEB-D84C-0B55-CAE9-AC3FCBA9FEBF}"/>
          </ac:spMkLst>
        </pc:spChg>
        <pc:picChg chg="add mod">
          <ac:chgData name="Akankshya Sharma" userId="7d53a7a7ad17a208" providerId="LiveId" clId="{D8E575E5-FCB1-4DD4-9DDD-98C96FD3C6C8}" dt="2026-04-08T08:54:25.272" v="719" actId="931"/>
          <ac:picMkLst>
            <pc:docMk/>
            <pc:sldMk cId="2987342766" sldId="265"/>
            <ac:picMk id="5" creationId="{65CBF293-EA4B-A458-2747-E48DFA0A67A9}"/>
          </ac:picMkLst>
        </pc:picChg>
        <pc:picChg chg="add mod">
          <ac:chgData name="Akankshya Sharma" userId="7d53a7a7ad17a208" providerId="LiveId" clId="{D8E575E5-FCB1-4DD4-9DDD-98C96FD3C6C8}" dt="2026-04-08T08:56:13.655" v="726" actId="1076"/>
          <ac:picMkLst>
            <pc:docMk/>
            <pc:sldMk cId="2987342766" sldId="265"/>
            <ac:picMk id="7" creationId="{A5F72531-2893-0A71-6FA8-71CB1E25B07F}"/>
          </ac:picMkLst>
        </pc:picChg>
      </pc:sldChg>
      <pc:sldChg chg="addSp delSp modSp new mod">
        <pc:chgData name="Akankshya Sharma" userId="7d53a7a7ad17a208" providerId="LiveId" clId="{D8E575E5-FCB1-4DD4-9DDD-98C96FD3C6C8}" dt="2026-04-08T09:06:41.550" v="800" actId="1076"/>
        <pc:sldMkLst>
          <pc:docMk/>
          <pc:sldMk cId="2261474171" sldId="266"/>
        </pc:sldMkLst>
        <pc:spChg chg="mod">
          <ac:chgData name="Akankshya Sharma" userId="7d53a7a7ad17a208" providerId="LiveId" clId="{D8E575E5-FCB1-4DD4-9DDD-98C96FD3C6C8}" dt="2026-04-08T09:06:41.550" v="800" actId="1076"/>
          <ac:spMkLst>
            <pc:docMk/>
            <pc:sldMk cId="2261474171" sldId="266"/>
            <ac:spMk id="2" creationId="{B47354A0-9A49-327B-A85B-4CFE35FF30B3}"/>
          </ac:spMkLst>
        </pc:spChg>
        <pc:spChg chg="add del mod">
          <ac:chgData name="Akankshya Sharma" userId="7d53a7a7ad17a208" providerId="LiveId" clId="{D8E575E5-FCB1-4DD4-9DDD-98C96FD3C6C8}" dt="2026-04-08T09:06:10.952" v="799" actId="123"/>
          <ac:spMkLst>
            <pc:docMk/>
            <pc:sldMk cId="2261474171" sldId="266"/>
            <ac:spMk id="3" creationId="{EF9DE324-CC97-6962-1C40-3BD71BF4BEE6}"/>
          </ac:spMkLst>
        </pc:spChg>
        <pc:spChg chg="add mod">
          <ac:chgData name="Akankshya Sharma" userId="7d53a7a7ad17a208" providerId="LiveId" clId="{D8E575E5-FCB1-4DD4-9DDD-98C96FD3C6C8}" dt="2026-04-08T09:01:30.351" v="740"/>
          <ac:spMkLst>
            <pc:docMk/>
            <pc:sldMk cId="2261474171" sldId="266"/>
            <ac:spMk id="4" creationId="{656AF1E2-90ED-044D-0486-0A79DF70BD98}"/>
          </ac:spMkLst>
        </pc:spChg>
        <pc:spChg chg="add mod">
          <ac:chgData name="Akankshya Sharma" userId="7d53a7a7ad17a208" providerId="LiveId" clId="{D8E575E5-FCB1-4DD4-9DDD-98C96FD3C6C8}" dt="2026-04-08T09:01:35.039" v="743"/>
          <ac:spMkLst>
            <pc:docMk/>
            <pc:sldMk cId="2261474171" sldId="266"/>
            <ac:spMk id="5" creationId="{22266065-EFCD-71FA-1269-7FDC284CCC30}"/>
          </ac:spMkLst>
        </pc:spChg>
        <pc:spChg chg="add mod">
          <ac:chgData name="Akankshya Sharma" userId="7d53a7a7ad17a208" providerId="LiveId" clId="{D8E575E5-FCB1-4DD4-9DDD-98C96FD3C6C8}" dt="2026-04-08T09:02:31.394" v="754"/>
          <ac:spMkLst>
            <pc:docMk/>
            <pc:sldMk cId="2261474171" sldId="266"/>
            <ac:spMk id="6" creationId="{443AD9B9-85A1-79D0-3901-0F169FEB64F8}"/>
          </ac:spMkLst>
        </pc:spChg>
        <pc:spChg chg="add">
          <ac:chgData name="Akankshya Sharma" userId="7d53a7a7ad17a208" providerId="LiveId" clId="{D8E575E5-FCB1-4DD4-9DDD-98C96FD3C6C8}" dt="2026-04-08T09:02:34.763" v="761"/>
          <ac:spMkLst>
            <pc:docMk/>
            <pc:sldMk cId="2261474171" sldId="266"/>
            <ac:spMk id="7" creationId="{4F981B3D-9EA6-18D4-7DE4-F7EB3752B4A9}"/>
          </ac:spMkLst>
        </pc:spChg>
        <pc:spChg chg="add">
          <ac:chgData name="Akankshya Sharma" userId="7d53a7a7ad17a208" providerId="LiveId" clId="{D8E575E5-FCB1-4DD4-9DDD-98C96FD3C6C8}" dt="2026-04-08T09:02:42.591" v="763"/>
          <ac:spMkLst>
            <pc:docMk/>
            <pc:sldMk cId="2261474171" sldId="266"/>
            <ac:spMk id="8" creationId="{A44A917B-370A-DC79-3505-0FBBFAA5220C}"/>
          </ac:spMkLst>
        </pc:spChg>
      </pc:sldChg>
      <pc:sldChg chg="modSp new mod">
        <pc:chgData name="Akankshya Sharma" userId="7d53a7a7ad17a208" providerId="LiveId" clId="{D8E575E5-FCB1-4DD4-9DDD-98C96FD3C6C8}" dt="2026-04-08T09:08:15.573" v="826" actId="1076"/>
        <pc:sldMkLst>
          <pc:docMk/>
          <pc:sldMk cId="146103422" sldId="267"/>
        </pc:sldMkLst>
        <pc:spChg chg="mod">
          <ac:chgData name="Akankshya Sharma" userId="7d53a7a7ad17a208" providerId="LiveId" clId="{D8E575E5-FCB1-4DD4-9DDD-98C96FD3C6C8}" dt="2026-04-08T09:08:15.573" v="826" actId="1076"/>
          <ac:spMkLst>
            <pc:docMk/>
            <pc:sldMk cId="146103422" sldId="267"/>
            <ac:spMk id="2" creationId="{BF26E056-248E-8E97-12ED-93E690F6C0B6}"/>
          </ac:spMkLst>
        </pc:spChg>
      </pc:sldChg>
      <pc:sldChg chg="new del">
        <pc:chgData name="Akankshya Sharma" userId="7d53a7a7ad17a208" providerId="LiveId" clId="{D8E575E5-FCB1-4DD4-9DDD-98C96FD3C6C8}" dt="2026-04-08T09:06:59.218" v="802" actId="680"/>
        <pc:sldMkLst>
          <pc:docMk/>
          <pc:sldMk cId="903399619" sldId="267"/>
        </pc:sldMkLst>
      </pc:sldChg>
      <pc:sldChg chg="modSp new mod">
        <pc:chgData name="Akankshya Sharma" userId="7d53a7a7ad17a208" providerId="LiveId" clId="{D8E575E5-FCB1-4DD4-9DDD-98C96FD3C6C8}" dt="2026-04-08T09:41:51.847" v="856" actId="1076"/>
        <pc:sldMkLst>
          <pc:docMk/>
          <pc:sldMk cId="3605685170" sldId="268"/>
        </pc:sldMkLst>
        <pc:spChg chg="mod">
          <ac:chgData name="Akankshya Sharma" userId="7d53a7a7ad17a208" providerId="LiveId" clId="{D8E575E5-FCB1-4DD4-9DDD-98C96FD3C6C8}" dt="2026-04-08T09:41:51.847" v="856" actId="1076"/>
          <ac:spMkLst>
            <pc:docMk/>
            <pc:sldMk cId="3605685170" sldId="268"/>
            <ac:spMk id="2" creationId="{D85FB485-C974-0CDB-FCE7-77395241EE72}"/>
          </ac:spMkLst>
        </pc:spChg>
        <pc:spChg chg="mod">
          <ac:chgData name="Akankshya Sharma" userId="7d53a7a7ad17a208" providerId="LiveId" clId="{D8E575E5-FCB1-4DD4-9DDD-98C96FD3C6C8}" dt="2026-04-08T09:41:16.435" v="853" actId="1076"/>
          <ac:spMkLst>
            <pc:docMk/>
            <pc:sldMk cId="3605685170" sldId="268"/>
            <ac:spMk id="3" creationId="{512D8257-6980-9ADE-3BCB-86D34F3E951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CD52F7-7C99-4ED3-BE45-8F61D13A167D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64E617-A805-4520-961F-1868D2D9B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847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64E617-A805-4520-961F-1868D2D9B6DE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519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4E874-1414-4DF0-88B4-C1324C252412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EB76C-6E5C-4DC7-B341-8F084D7240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20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4E874-1414-4DF0-88B4-C1324C252412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EB76C-6E5C-4DC7-B341-8F084D7240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5690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4E874-1414-4DF0-88B4-C1324C252412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EB76C-6E5C-4DC7-B341-8F084D7240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876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4E874-1414-4DF0-88B4-C1324C252412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EB76C-6E5C-4DC7-B341-8F084D7240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0005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4E874-1414-4DF0-88B4-C1324C252412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EB76C-6E5C-4DC7-B341-8F084D7240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315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4E874-1414-4DF0-88B4-C1324C252412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EB76C-6E5C-4DC7-B341-8F084D7240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309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4E874-1414-4DF0-88B4-C1324C252412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EB76C-6E5C-4DC7-B341-8F084D7240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549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4E874-1414-4DF0-88B4-C1324C252412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EB76C-6E5C-4DC7-B341-8F084D7240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1583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4E874-1414-4DF0-88B4-C1324C252412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EB76C-6E5C-4DC7-B341-8F084D7240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234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4E874-1414-4DF0-88B4-C1324C252412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EB76C-6E5C-4DC7-B341-8F084D7240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9091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4E874-1414-4DF0-88B4-C1324C252412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EB76C-6E5C-4DC7-B341-8F084D7240DC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39311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4E874-1414-4DF0-88B4-C1324C252412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EB76C-6E5C-4DC7-B341-8F084D7240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831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4E874-1414-4DF0-88B4-C1324C252412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EB76C-6E5C-4DC7-B341-8F084D7240DC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394578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4E874-1414-4DF0-88B4-C1324C252412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EB76C-6E5C-4DC7-B341-8F084D7240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5272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4E874-1414-4DF0-88B4-C1324C252412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EB76C-6E5C-4DC7-B341-8F084D7240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26811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4E874-1414-4DF0-88B4-C1324C252412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EB76C-6E5C-4DC7-B341-8F084D7240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912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74E874-1414-4DF0-88B4-C1324C252412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76AEB76C-6E5C-4DC7-B341-8F084D7240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7930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48E44-43B2-1A72-384A-AB22AEB449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8281" y="1244337"/>
            <a:ext cx="9813303" cy="1338608"/>
          </a:xfrm>
        </p:spPr>
        <p:txBody>
          <a:bodyPr/>
          <a:lstStyle/>
          <a:p>
            <a:r>
              <a:rPr lang="en-IN" sz="72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NLP Sentiment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A00C04-26E2-78F1-6474-ED08BE5A64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876" y="3186260"/>
            <a:ext cx="4062953" cy="2149311"/>
          </a:xfrm>
        </p:spPr>
        <p:txBody>
          <a:bodyPr/>
          <a:lstStyle/>
          <a:p>
            <a:pPr algn="just"/>
            <a:r>
              <a:rPr lang="en-IN" sz="4000" b="1" i="1" u="sng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  <a:endParaRPr lang="en-IN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Akankshya Sharma</a:t>
            </a:r>
          </a:p>
          <a:p>
            <a:pPr algn="just"/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Pandhare Kalyani Dnyaneshwar</a:t>
            </a:r>
          </a:p>
          <a:p>
            <a:pPr algn="just"/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Kukatpally Harshitha</a:t>
            </a:r>
          </a:p>
          <a:p>
            <a:endParaRPr lang="en-IN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1C3AB46-66F3-DBF2-684F-12EEA40645FA}"/>
              </a:ext>
            </a:extLst>
          </p:cNvPr>
          <p:cNvSpPr txBox="1">
            <a:spLocks/>
          </p:cNvSpPr>
          <p:nvPr/>
        </p:nvSpPr>
        <p:spPr>
          <a:xfrm>
            <a:off x="6532538" y="3186260"/>
            <a:ext cx="3440783" cy="17303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>
                  <a:lumMod val="75000"/>
                </a:schemeClr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sz="4000" b="1" i="1" u="sng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Mentors:</a:t>
            </a:r>
            <a:r>
              <a:rPr lang="en-IN" sz="4000" b="1" i="1" dirty="0">
                <a:solidFill>
                  <a:schemeClr val="accent1">
                    <a:lumMod val="50000"/>
                  </a:schemeClr>
                </a:solidFill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en-IN" sz="40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Varun </a:t>
            </a:r>
            <a:r>
              <a:rPr lang="en-IN" sz="20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Vennelaganti</a:t>
            </a:r>
            <a:endParaRPr lang="en-IN" sz="20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Stephy John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2717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5CAC4-A2C3-088D-533F-6B2F68F28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056" y="1262380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US" sz="72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7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2FC82-0F1A-BBD0-25B0-A32C27E11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2316" y="2649168"/>
            <a:ext cx="8596668" cy="221742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Analyzing large volumes of customer reviews manually is a challenging and time-consuming task. There is a need for an automated system that can efficiently process and classify customer feedback. This project aims to develop a sentiment analysis model to identify whether reviews are positive, neutral, or negative.</a:t>
            </a:r>
          </a:p>
        </p:txBody>
      </p:sp>
    </p:spTree>
    <p:extLst>
      <p:ext uri="{BB962C8B-B14F-4D97-AF65-F5344CB8AC3E}">
        <p14:creationId xmlns:p14="http://schemas.microsoft.com/office/powerpoint/2010/main" val="2839253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186AA-1783-74BE-31A4-7A43668C6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405" y="1261094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IN" sz="66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2B761CF-CAB5-180C-833D-CD1B6DAE83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0405" y="2478199"/>
            <a:ext cx="9305702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perform sentiment analysis on customer reviews using NLP techniques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categorize reviews into positive, neutral, and negative sentiments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extract meaningful insights from customer feedback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machine learning model for automated sentiment prediction </a:t>
            </a:r>
          </a:p>
        </p:txBody>
      </p:sp>
    </p:spTree>
    <p:extLst>
      <p:ext uri="{BB962C8B-B14F-4D97-AF65-F5344CB8AC3E}">
        <p14:creationId xmlns:p14="http://schemas.microsoft.com/office/powerpoint/2010/main" val="1485056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F3F5-B83A-7A30-1329-C8B186B47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031712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US" sz="66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the Dataset</a:t>
            </a:r>
            <a:endParaRPr lang="en-IN" sz="66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65171-5D04-0E57-A79F-952734EDE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481101"/>
            <a:ext cx="8596668" cy="2797909"/>
          </a:xfrm>
        </p:spPr>
        <p:txBody>
          <a:bodyPr/>
          <a:lstStyle/>
          <a:p>
            <a:pPr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customer product reviews. </a:t>
            </a:r>
          </a:p>
          <a:p>
            <a:pPr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includes review text and ratings given by users. </a:t>
            </a:r>
          </a:p>
          <a:p>
            <a:pPr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ratings were used to generate sentiment labels. </a:t>
            </a:r>
          </a:p>
          <a:p>
            <a:pPr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sentiments are classified as positive, negative, and neutral. </a:t>
            </a:r>
          </a:p>
          <a:p>
            <a:pPr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dataset was collected from e-commerce platforms. </a:t>
            </a:r>
          </a:p>
          <a:p>
            <a:pPr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8551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5ED6C-F703-4CC8-2AF7-12921D041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805" y="1231417"/>
            <a:ext cx="9305652" cy="813847"/>
          </a:xfrm>
        </p:spPr>
        <p:txBody>
          <a:bodyPr>
            <a:noAutofit/>
          </a:bodyPr>
          <a:lstStyle/>
          <a:p>
            <a:r>
              <a:rPr lang="en-IN" sz="4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- Visual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B9829-9D45-B8DF-7CA6-E6F3936A5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349124"/>
            <a:ext cx="9149123" cy="3880773"/>
          </a:xfrm>
        </p:spPr>
        <p:txBody>
          <a:bodyPr>
            <a:normAutofit/>
          </a:bodyPr>
          <a:lstStyle/>
          <a:p>
            <a:pPr algn="just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consists of customer reviews along with their corresponding ratings. </a:t>
            </a:r>
          </a:p>
          <a:p>
            <a:pPr algn="just"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 data exploration was performed to understand the structure and key features of the dataset. </a:t>
            </a:r>
          </a:p>
          <a:p>
            <a:pPr algn="just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and duplicate entries were identified and handled appropriately. </a:t>
            </a:r>
          </a:p>
          <a:p>
            <a:pPr algn="just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of sentiment classes (positive, negative, and neutral) was analyzed using visualizations. </a:t>
            </a:r>
          </a:p>
          <a:p>
            <a:pPr algn="just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was observed that the majority of the reviews are skewed towards positive sentiment. </a:t>
            </a:r>
          </a:p>
          <a:p>
            <a:pPr algn="just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length of the reviews was analyzed to understand variation in text size across the dataset. </a:t>
            </a:r>
          </a:p>
          <a:p>
            <a:pPr algn="just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 frequency analysis was performed to identify commonly used words in customer reviews. </a:t>
            </a:r>
          </a:p>
          <a:p>
            <a:pPr algn="just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techniques such as bar charts and histograms were used to gain insights. </a:t>
            </a:r>
          </a:p>
          <a:p>
            <a:pPr algn="just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insights helped in understanding patterns and preparing the data for further processing. </a:t>
            </a:r>
          </a:p>
          <a:p>
            <a:pPr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159763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1EFE8-BB13-766D-1AA8-07076EDD4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38" y="485218"/>
            <a:ext cx="8596668" cy="945823"/>
          </a:xfrm>
        </p:spPr>
        <p:txBody>
          <a:bodyPr>
            <a:normAutofit/>
          </a:bodyPr>
          <a:lstStyle/>
          <a:p>
            <a:pPr algn="ctr"/>
            <a:r>
              <a:rPr lang="en-IN" sz="5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Sentiment</a:t>
            </a:r>
            <a:r>
              <a:rPr lang="en-IN" sz="4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Distribution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714B03-B424-3E7D-4046-8C14F98440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558" y="1701800"/>
            <a:ext cx="6353666" cy="4765250"/>
          </a:xfrm>
        </p:spPr>
      </p:pic>
    </p:spTree>
    <p:extLst>
      <p:ext uri="{BB962C8B-B14F-4D97-AF65-F5344CB8AC3E}">
        <p14:creationId xmlns:p14="http://schemas.microsoft.com/office/powerpoint/2010/main" val="1515864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CBEAE-75C3-A1A5-B526-341669A76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799" y="835844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IN" sz="72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240D5-3E11-BD38-31FC-611EFCE72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9882" y="2394688"/>
            <a:ext cx="8596668" cy="3354091"/>
          </a:xfrm>
        </p:spPr>
        <p:txBody>
          <a:bodyPr/>
          <a:lstStyle/>
          <a:p>
            <a:pPr algn="just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Duplicate entries were removed from the dataset to improve data quality. </a:t>
            </a:r>
          </a:p>
          <a:p>
            <a:pPr algn="just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review text was converted into lowercase to maintain consistency. </a:t>
            </a:r>
          </a:p>
          <a:p>
            <a:pPr algn="just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 characters and non-alphabetic values were removed using regular expressions. </a:t>
            </a:r>
          </a:p>
          <a:p>
            <a:pPr algn="just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text was tokenized into individual words for better processing. </a:t>
            </a:r>
          </a:p>
          <a:p>
            <a:pPr algn="just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Stopwords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were removed to retain only meaningful and important words. </a:t>
            </a:r>
          </a:p>
          <a:p>
            <a:pPr algn="just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cleaned text was stored as a new feature for further processing. </a:t>
            </a:r>
          </a:p>
          <a:p>
            <a:pPr algn="just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TF-IDF vectorization was applied to convert text data into numerical form. </a:t>
            </a:r>
          </a:p>
          <a:p>
            <a:pPr algn="just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feature matrix was created using the TF-IDF representation for model training. </a:t>
            </a:r>
          </a:p>
          <a:p>
            <a:pPr marL="0" indent="0">
              <a:buClr>
                <a:schemeClr val="accent1">
                  <a:lumMod val="50000"/>
                </a:schemeClr>
              </a:buCl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3646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022CD-37BD-988A-3D3E-C82AFF63B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7" y="609600"/>
            <a:ext cx="9274002" cy="1320800"/>
          </a:xfrm>
        </p:spPr>
        <p:txBody>
          <a:bodyPr>
            <a:normAutofit/>
          </a:bodyPr>
          <a:lstStyle/>
          <a:p>
            <a:pPr algn="ctr"/>
            <a:r>
              <a:rPr lang="en-IN" sz="5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 and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FB72F-33C2-840B-F724-C1D55D091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51291"/>
            <a:ext cx="8596668" cy="471549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Naive Bayes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Target: Sentiment (Positive, Negative, Neutral)</a:t>
            </a:r>
            <a:b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 TF-IDF vectorized review text</a:t>
            </a:r>
            <a:b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Split: 80% - 20%</a:t>
            </a:r>
            <a:b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Metric: Accuracy</a:t>
            </a:r>
            <a:b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 Achieved comparatively lower accuracy</a:t>
            </a:r>
          </a:p>
          <a:p>
            <a:pPr marL="0" indent="0">
              <a:buNone/>
            </a:pPr>
            <a:endParaRPr lang="en-IN" sz="20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8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Target: Sentiment (Positive, Negative, Neutral)</a:t>
            </a:r>
            <a:b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 TF-IDF vectorized review text</a:t>
            </a:r>
            <a:b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Split: 80% - 20%</a:t>
            </a:r>
            <a:b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Metric: Accuracy</a:t>
            </a:r>
            <a:b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 Achieved the highest accuracy</a:t>
            </a:r>
            <a:endParaRPr lang="en-IN" sz="20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5132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AFE2A-D0FD-0BA5-3340-0BB90E70B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72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Model Comparison</a:t>
            </a:r>
            <a:endParaRPr lang="en-IN" sz="72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273A20-468C-4484-BF4E-60C0641157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9731" y="1930400"/>
            <a:ext cx="6073654" cy="4555241"/>
          </a:xfrm>
        </p:spPr>
      </p:pic>
    </p:spTree>
    <p:extLst>
      <p:ext uri="{BB962C8B-B14F-4D97-AF65-F5344CB8AC3E}">
        <p14:creationId xmlns:p14="http://schemas.microsoft.com/office/powerpoint/2010/main" val="3738695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4D8BB-0096-91DA-3191-CA1362615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359" y="505905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IN" sz="72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Model Deployment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5F72531-2893-0A71-6FA8-71CB1E25B0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127" y="1826705"/>
            <a:ext cx="7776596" cy="4753367"/>
          </a:xfrm>
        </p:spPr>
      </p:pic>
    </p:spTree>
    <p:extLst>
      <p:ext uri="{BB962C8B-B14F-4D97-AF65-F5344CB8AC3E}">
        <p14:creationId xmlns:p14="http://schemas.microsoft.com/office/powerpoint/2010/main" val="2987342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FB485-C974-0CDB-FCE7-77395241E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677" y="1146928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IN" sz="72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D8257-6980-9ADE-3BCB-86D34F3E9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4150" y="2688490"/>
            <a:ext cx="8596668" cy="2552813"/>
          </a:xfrm>
        </p:spPr>
        <p:txBody>
          <a:bodyPr/>
          <a:lstStyle/>
          <a:p>
            <a:pPr algn="just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Selecting useful features without adding noise </a:t>
            </a:r>
          </a:p>
          <a:p>
            <a:pPr algn="just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Handling noisy and unstructured text data </a:t>
            </a:r>
          </a:p>
          <a:p>
            <a:pPr algn="just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Ensuring proper preprocessing to avoid distorted results </a:t>
            </a:r>
          </a:p>
          <a:p>
            <a:pPr algn="just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identifying neutral sentiments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5685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354A0-9A49-327B-A85B-4CFE35FF3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237" y="912496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IN" sz="72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DE324-CC97-6962-1C40-3BD71BF4B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237" y="2516099"/>
            <a:ext cx="10012662" cy="2338705"/>
          </a:xfrm>
        </p:spPr>
        <p:txBody>
          <a:bodyPr>
            <a:normAutofit/>
          </a:bodyPr>
          <a:lstStyle/>
          <a:p>
            <a:pPr algn="just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 sentiment analysis model for customer reviews.</a:t>
            </a:r>
          </a:p>
          <a:p>
            <a:pPr algn="just"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NLP techniques to preprocess and analyze text data. </a:t>
            </a:r>
          </a:p>
          <a:p>
            <a:pPr algn="just"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provided the best performance among all models. </a:t>
            </a:r>
          </a:p>
          <a:p>
            <a:pPr algn="just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model can efficiently classify reviews into positive, negative, and neutral sentiments. </a:t>
            </a:r>
          </a:p>
          <a:p>
            <a:pPr algn="just"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deployed application enables real-time sentiment prediction. </a:t>
            </a:r>
          </a:p>
          <a:p>
            <a:pPr>
              <a:buClr>
                <a:schemeClr val="accent1">
                  <a:lumMod val="50000"/>
                </a:schemeClr>
              </a:buClr>
              <a:buFont typeface="Wingdings" panose="05000000000000000000" pitchFamily="2" charset="2"/>
              <a:buChar char="Ø"/>
            </a:pPr>
            <a:endParaRPr lang="en-IN" sz="20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474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6E056-248E-8E97-12ED-93E690F6C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881" y="2580064"/>
            <a:ext cx="8596668" cy="1320800"/>
          </a:xfrm>
        </p:spPr>
        <p:txBody>
          <a:bodyPr>
            <a:noAutofit/>
          </a:bodyPr>
          <a:lstStyle/>
          <a:p>
            <a:pPr algn="ctr"/>
            <a:r>
              <a:rPr lang="en-IN" sz="9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610342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267</TotalTime>
  <Words>577</Words>
  <Application>Microsoft Office PowerPoint</Application>
  <PresentationFormat>Widescreen</PresentationFormat>
  <Paragraphs>66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NLP Sentiment Analysis</vt:lpstr>
      <vt:lpstr>Problem Statement</vt:lpstr>
      <vt:lpstr>Objective of the Project</vt:lpstr>
      <vt:lpstr>Overview of the Dataset</vt:lpstr>
      <vt:lpstr>Exploratory Data Analysis - Visual Insights</vt:lpstr>
      <vt:lpstr>Sentiment Distribution Analysis</vt:lpstr>
      <vt:lpstr>Feature Engineering</vt:lpstr>
      <vt:lpstr>Model Building and Evaluation</vt:lpstr>
      <vt:lpstr>Model Comparison</vt:lpstr>
      <vt:lpstr>Model Deployment</vt:lpstr>
      <vt:lpstr>Challenges Faced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Akankshya Sharma</dc:creator>
  <cp:lastModifiedBy>Akankshya Sharma</cp:lastModifiedBy>
  <cp:revision>1</cp:revision>
  <dcterms:created xsi:type="dcterms:W3CDTF">2026-04-03T11:05:26Z</dcterms:created>
  <dcterms:modified xsi:type="dcterms:W3CDTF">2026-04-08T09:41:57Z</dcterms:modified>
</cp:coreProperties>
</file>